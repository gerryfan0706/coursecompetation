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1.png" ContentType="image/png"/>
  <Override PartName="/ppt/slides/slide2.xml" ContentType="application/vnd.openxmlformats-officedocument.presentationml.slide+xml"/>
  <Override PartName="/ppt/media/image2.png" ContentType="image/png"/>
  <Override PartName="/ppt/slides/slide3.xml" ContentType="application/vnd.openxmlformats-officedocument.presentationml.slide+xml"/>
  <Override PartName="/ppt/media/image3.png" ContentType="image/png"/>
  <Override PartName="/ppt/slides/slide4.xml" ContentType="application/vnd.openxmlformats-officedocument.presentationml.slide+xml"/>
  <Override PartName="/ppt/media/image4.png" ContentType="image/png"/>
  <Override PartName="/ppt/slides/slide5.xml" ContentType="application/vnd.openxmlformats-officedocument.presentationml.slide+xml"/>
  <Override PartName="/ppt/media/image5.png" ContentType="image/png"/>
  <Override PartName="/ppt/slides/slide6.xml" ContentType="application/vnd.openxmlformats-officedocument.presentationml.slide+xml"/>
  <Override PartName="/ppt/media/image6.png" ContentType="image/png"/>
  <Override PartName="/ppt/slides/slide7.xml" ContentType="application/vnd.openxmlformats-officedocument.presentationml.slide+xml"/>
  <Override PartName="/ppt/media/image7.png" ContentType="image/png"/>
  <Override PartName="/ppt/slides/slide8.xml" ContentType="application/vnd.openxmlformats-officedocument.presentationml.slide+xml"/>
  <Override PartName="/ppt/media/image8.png" ContentType="image/png"/>
  <Override PartName="/ppt/slides/slide9.xml" ContentType="application/vnd.openxmlformats-officedocument.presentationml.slide+xml"/>
  <Override PartName="/ppt/media/image9.png" ContentType="image/png"/>
  <Override PartName="/ppt/slides/slide10.xml" ContentType="application/vnd.openxmlformats-officedocument.presentationml.slide+xml"/>
  <Override PartName="/ppt/media/image10.png" ContentType="image/png"/>
  <Override PartName="/ppt/slides/slide11.xml" ContentType="application/vnd.openxmlformats-officedocument.presentationml.slide+xml"/>
  <Override PartName="/ppt/media/image11.png" ContentType="image/png"/>
  <Override PartName="/ppt/slides/slide12.xml" ContentType="application/vnd.openxmlformats-officedocument.presentationml.slide+xml"/>
  <Override PartName="/ppt/media/image1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Relationship Id="rId1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55CC6"/>
      </a:accent1>
      <a:accent2>
        <a:srgbClr val="28AE76"/>
      </a:accent2>
      <a:accent3>
        <a:srgbClr val="F59132"/>
      </a:accent3>
      <a:accent4>
        <a:srgbClr val="DE495C"/>
      </a:accent4>
      <a:accent5>
        <a:srgbClr val="735EDE"/>
      </a:accent5>
      <a:accent6>
        <a:srgbClr val="19B8D2"/>
      </a:accent6>
      <a:hlink>
        <a:srgbClr val="0000FF"/>
      </a:hlink>
      <a:folHlink>
        <a:srgbClr val="800080"/>
      </a:folHlink>
    </a:clrScheme>
    <a:fontScheme name="Custom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12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省赛现场答辩PPT 图片版</dc:title>
  <dc:creator>Codex</dc:creator>
  <cp:lastModifiedBy>Codex</cp:lastModifiedBy>
  <dcterms:created xsi:type="dcterms:W3CDTF">2026-04-24T07:48:44Z</dcterms:created>
  <dcterms:modified xsi:type="dcterms:W3CDTF">2026-04-24T07:48:44Z</dcterms:modified>
</cp:coreProperties>
</file>